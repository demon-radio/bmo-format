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92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Presentation Title Text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Subtitle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048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Presentation Title Text</vt:lpstr>
    </vt:vector>
  </TitlesOfParts>
  <Manager/>
  <Company>neopraxis.org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BMO test fixture</dc:creator>
  <cp:keywords/>
  <dc:description/>
  <cp:lastModifiedBy>BMO test fixture</cp:lastModifiedBy>
  <cp:revision>4</cp:revision>
  <dcterms:created xsi:type="dcterms:W3CDTF">2012-11-17T11:07:40Z</dcterms:created>
  <dcterms:modified xsi:type="dcterms:W3CDTF">2012-12-17T06:54:44Z</dcterms:modified>
  <cp:category/>
</cp:coreProperties>
</file>